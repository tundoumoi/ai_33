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SmartBida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Hệ thống quản lý câu lạc bộ bida • Nhóm thực hiện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Thành viên nhóm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• Nguyễn Tiến Sơn (De190630)</a:t>
            </a:r>
          </a:p>
          <a:p>
            <a:pPr/>
            <a:r>
              <a:rPr sz="2400">
                <a:latin typeface="Calibri"/>
              </a:rPr>
              <a:t>• Phan Công Bình</a:t>
            </a:r>
          </a:p>
          <a:p>
            <a:pPr/>
            <a:r>
              <a:rPr sz="2400">
                <a:latin typeface="Calibri"/>
              </a:rPr>
              <a:t>• Trần Văn Tuấn (De190398)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Lý do chọn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Vấn đề thực tế trong ngành bida</a:t>
            </a:r>
          </a:p>
          <a:p>
            <a:pPr/>
            <a:r>
              <a:rPr sz="2400">
                <a:latin typeface="Calibri"/>
              </a:rPr>
              <a:t>🧾 Thất thoát doanh thu do ghi chép thủ công, tính giờ sai.</a:t>
            </a:r>
          </a:p>
          <a:p>
            <a:pPr/>
            <a:r>
              <a:rPr sz="2400">
                <a:latin typeface="Calibri"/>
              </a:rPr>
              <a:t>⏱️ Khó quản lý bàn khi cao điểm; thao tác thu ngân chậm/dễ sai.</a:t>
            </a:r>
          </a:p>
          <a:p>
            <a:pPr/>
            <a:r>
              <a:rPr sz="2400">
                <a:latin typeface="Calibri"/>
              </a:rPr>
              <a:t>📊 Thiếu báo cáo chi tiết theo bàn/khung giờ để tối ưu giá và công suất.</a:t>
            </a:r>
          </a:p>
          <a:p>
            <a:pPr/>
            <a:r>
              <a:rPr sz="2400">
                <a:latin typeface="Calibri"/>
              </a:rPr>
              <a:t>👥 Trải nghiệm hội viên (đặt bàn, tích điểm) còn hạn chế.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Hạn chế của các phần mềm hiện tại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⚙️ Chưa tối ưu sâu cho đặc thù bida; khó tuỳ biến khuyến mãi phức tạp.</a:t>
            </a:r>
          </a:p>
          <a:p>
            <a:pPr/>
            <a:r>
              <a:rPr sz="2400">
                <a:latin typeface="Calibri"/>
              </a:rPr>
              <a:t>📱 Trải nghiệm người dùng/đào tạo chưa tối ưu; có độ trễ trên thiết bị yếu.</a:t>
            </a:r>
          </a:p>
          <a:p>
            <a:pPr/>
            <a:r>
              <a:rPr sz="2400">
                <a:latin typeface="Calibri"/>
              </a:rPr>
              <a:t>🧩 Tính năng hội viên (app, tích điểm) chưa được chú trọng.</a:t>
            </a:r>
          </a:p>
          <a:p>
            <a:pPr/>
            <a:r>
              <a:rPr sz="2400">
                <a:latin typeface="Calibri"/>
              </a:rPr>
              <a:t>🌐 Hoạt động ngoại tuyến (offline) chưa mượt trong một số tình huống.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Phạm vi &amp; Thành phần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3 thành phần hệ thống chính</a:t>
            </a:r>
          </a:p>
          <a:p>
            <a:pPr/>
            <a:r>
              <a:rPr sz="2400">
                <a:latin typeface="Calibri"/>
              </a:rPr>
              <a:t>🏛️ Admin Console (Nhà cung cấp): quản trị khách hàng/giấy phép, kiểm soát truy cập.</a:t>
            </a:r>
          </a:p>
          <a:p>
            <a:pPr/>
            <a:r>
              <a:rPr sz="2400">
                <a:latin typeface="Calibri"/>
              </a:rPr>
              <a:t>🏪 Owner/Staff POS Web: sơ đồ bàn trực quan, mở/đóng bàn, order &amp; thanh toán, báo cáo.</a:t>
            </a:r>
          </a:p>
          <a:p>
            <a:pPr/>
            <a:r>
              <a:rPr sz="2400">
                <a:latin typeface="Calibri"/>
              </a:rPr>
              <a:t>📲 Ứng dụng Hội Viên: đặt bàn, QR check-in, tích điểm, thanh toán ví/QR.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Mục tiêu cốt lõi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✅ Giảm thất thoát doanh thu; tính giờ/bill chính xác, minh bạch.</a:t>
            </a:r>
          </a:p>
          <a:p>
            <a:pPr/>
            <a:r>
              <a:rPr sz="2400">
                <a:latin typeface="Calibri"/>
              </a:rPr>
              <a:t>✅ Tăng tốc vận hành quầy thu ngân; hỗ trợ ngoại tuyến an toàn.</a:t>
            </a:r>
          </a:p>
          <a:p>
            <a:pPr/>
            <a:r>
              <a:rPr sz="2400">
                <a:latin typeface="Calibri"/>
              </a:rPr>
              <a:t>✅ Quản lý nhân sự theo ca, chấm công và báo cáo hiệu suất.</a:t>
            </a:r>
          </a:p>
          <a:p>
            <a:pPr/>
            <a:r>
              <a:rPr sz="2400">
                <a:latin typeface="Calibri"/>
              </a:rPr>
              <a:t>✅ Báo cáo phân tích theo bàn/khung giờ; tối ưu giá và công suất.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Đối tượng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4 nhóm người dùng &amp; vai trò</a:t>
            </a:r>
          </a:p>
          <a:p>
            <a:pPr/>
            <a:r>
              <a:rPr sz="2400">
                <a:latin typeface="Calibri"/>
              </a:rPr>
              <a:t>👨‍💻 Admin (nhà cung cấp): quản lý tài khoản Owner, trạng thái thanh toán/giấy phép.</a:t>
            </a:r>
          </a:p>
          <a:p>
            <a:pPr/>
            <a:r>
              <a:rPr sz="2400">
                <a:latin typeface="Calibri"/>
              </a:rPr>
              <a:t>👑 Owner (chủ quán): cấu hình bàn/giá/khuyến mãi, xem báo cáo đa chi nhánh.</a:t>
            </a:r>
          </a:p>
          <a:p>
            <a:pPr/>
            <a:r>
              <a:rPr sz="2400">
                <a:latin typeface="Calibri"/>
              </a:rPr>
              <a:t>🧾 Staff/Thu ngân: mở bàn, tính giờ, order đồ uống/đồ ăn, in hoá đơn, thu tiền.</a:t>
            </a:r>
          </a:p>
          <a:p>
            <a:pPr/>
            <a:r>
              <a:rPr sz="2400">
                <a:latin typeface="Calibri"/>
              </a:rPr>
              <a:t>🎫 Hội viên/Khách hàng: đặt bàn, QR check-in, tích điểm &amp; thanh toán linh hoạt.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Chức năng chính theo nhóm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Admin: duyệt/khoá tài khoản khách hàng; tạo admin mới; nhật ký/audit.</a:t>
            </a:r>
          </a:p>
          <a:p>
            <a:pPr/>
            <a:r>
              <a:rPr sz="2400">
                <a:latin typeface="Calibri"/>
              </a:rPr>
              <a:t>Owner: quản lý CLB/bàn/nhân viên/ca; giá giờ &amp; khuyến mãi; báo cáo doanh thu.</a:t>
            </a:r>
          </a:p>
          <a:p>
            <a:pPr/>
            <a:r>
              <a:rPr sz="2400">
                <a:latin typeface="Calibri"/>
              </a:rPr>
              <a:t>Staff: mở/đóng bill; thêm món; áp dụng khuyến mãi; xử lý thanh toán; in hoá đơn.</a:t>
            </a:r>
          </a:p>
          <a:p>
            <a:pPr/>
            <a:r>
              <a:rPr sz="2400">
                <a:latin typeface="Calibri"/>
              </a:rPr>
              <a:t>Hội viên: đặt bàn, xem lịch sử, tích điểm/đổi quà; chia hoá đơn nhóm bạn.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Kiến trúc dữ liệu (13 bảng)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Lược đồ DB &amp; mối quan hệ chính</a:t>
            </a:r>
          </a:p>
          <a:p>
            <a:pPr/>
            <a:r>
              <a:rPr sz="2400">
                <a:latin typeface="Calibri"/>
              </a:rPr>
              <a:t>Customers, BillardClub, Employees, BilliardTables, Products, Promotions,</a:t>
            </a:r>
          </a:p>
          <a:p>
            <a:pPr/>
            <a:r>
              <a:rPr sz="2400">
                <a:latin typeface="Calibri"/>
              </a:rPr>
              <a:t>Bills, BillDetails, EmployeeAccounts, EmployeeShifts, Inventory, Admins, PasswordResetTokens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Tính năng nổi bật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🗺️ Sơ đồ bàn trực quan; kéo–thả đổi/gộp bàn.</a:t>
            </a:r>
          </a:p>
          <a:p>
            <a:pPr/>
            <a:r>
              <a:rPr sz="2400">
                <a:latin typeface="Calibri"/>
              </a:rPr>
              <a:t>🕒 Tính giờ theo bàn/loại bàn/khung giờ; combo dịch vụ theo giờ.</a:t>
            </a:r>
          </a:p>
          <a:p>
            <a:pPr/>
            <a:r>
              <a:rPr sz="2400">
                <a:latin typeface="Calibri"/>
              </a:rPr>
              <a:t>📴 Chế độ Offline thông minh: lưu cục bộ, đồng bộ an toàn khi có mạng.</a:t>
            </a:r>
          </a:p>
          <a:p>
            <a:pPr/>
            <a:r>
              <a:rPr sz="2400">
                <a:latin typeface="Calibri"/>
              </a:rPr>
              <a:t>🎯 Khuyến mãi linh hoạt &amp; loyalty (tích điểm, QR check-in).</a:t>
            </a:r>
          </a:p>
          <a:p>
            <a:pPr/>
            <a:r>
              <a:rPr sz="2400">
                <a:latin typeface="Calibri"/>
              </a:rPr>
              <a:t>📆 Quản lý ca, chấm công, báo cáo hiệu suất nhân viên.</a:t>
            </a:r>
          </a:p>
          <a:p>
            <a:pPr/>
            <a:r>
              <a:rPr sz="2400">
                <a:latin typeface="Calibri"/>
              </a:rPr>
              <a:t>🔐 Đăng nhập Google OAuth2, reset mật khẩu qua email; quyền &amp; audit log.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Vision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Tuyên bố tầm nhìn (Vision Statement)</a:t>
            </a:r>
          </a:p>
          <a:p>
            <a:pPr/>
            <a:r>
              <a:rPr sz="2400">
                <a:latin typeface="Calibri"/>
              </a:rPr>
              <a:t>SmartBida Manager là nền tảng chuyên biệt cho CLB bida:</a:t>
            </a:r>
          </a:p>
          <a:p>
            <a:pPr/>
            <a:r>
              <a:rPr sz="2400">
                <a:latin typeface="Calibri"/>
              </a:rPr>
              <a:t>• Báo cáo chi tiết theo bàn/khung giờ, thao tác thu ngân nhanh kể cả khi offline.</a:t>
            </a:r>
          </a:p>
          <a:p>
            <a:pPr/>
            <a:r>
              <a:rPr sz="2400">
                <a:latin typeface="Calibri"/>
              </a:rPr>
              <a:t>• Ứng dụng hội viên: đặt bàn, tích điểm, thanh toán linh hoạt.</a:t>
            </a:r>
          </a:p>
          <a:p>
            <a:pPr/>
            <a:r>
              <a:rPr sz="2400">
                <a:latin typeface="Calibri"/>
              </a:rPr>
              <a:t>Mục tiêu: tối ưu doanh thu, vận hành mượt, gắn kết khách hàng lâu dài.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Khác biệt với đối thủ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💡 Tuỳ biến giá nâng cao (giờ cao điểm, loại bàn, combo) cho đúng đặc thù bida.</a:t>
            </a:r>
          </a:p>
          <a:p>
            <a:pPr/>
            <a:r>
              <a:rPr sz="2400">
                <a:latin typeface="Calibri"/>
              </a:rPr>
              <a:t>📴 Offline “mượt” + đồng bộ an toàn phù hợp môi trường mạng yếu.</a:t>
            </a:r>
          </a:p>
          <a:p>
            <a:pPr/>
            <a:r>
              <a:rPr sz="2400">
                <a:latin typeface="Calibri"/>
              </a:rPr>
              <a:t>📊 Phân tích sâu theo từng bàn/khung giờ để tối ưu công suất &amp; giá.</a:t>
            </a:r>
          </a:p>
          <a:p>
            <a:pPr/>
            <a:r>
              <a:rPr sz="2400">
                <a:latin typeface="Calibri"/>
              </a:rPr>
              <a:t>🎮 Trải nghiệm hội viên riêng (app), game hoá tích điểm &amp; ưu đãi.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